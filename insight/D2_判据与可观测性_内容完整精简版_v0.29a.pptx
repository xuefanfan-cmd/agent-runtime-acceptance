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开场说明平台 SIT 与模型评测被测变量不同。本文所列实验、数值来自原始 v0.10，不代表对当前仓库的再次独立验证。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reward_basis 是 evaluation_criteria 内部的第 5 个字段（源码 tasks.py EvaluationCriteria，2026-10-17 回源核实），默认值 [DB, COMMUNICATE]。此处是从原稿归纳的概念结构，不是原仓逐字 JSON Schema。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必须强调：不是 Telecom 永远不检查 DB，而是本次被分析的任务声明如此。具体工具序列若无完整轨迹，不应自行编造。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此处“多做”是额外持久化写入，不是泛指额外问一句话或多调用一次只读工具。模拟用户偏离剧本也应作为测试体系自审计事项。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原稿 20 次有效 trial 的 Pass^1=0.9, Pass^2=0.8, Pass^3=0.7, Pass^4=0.6；不应扩大解释为通用基准。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G2 的离线重评和判据版本化是由观察推导的工程方案，不是上述两次实验已经实现的独立复评。G4 的跨模型不变性是平台 SIT 的额外原则，不是 τ² 模型评测结论。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版本治理的四层红利：红先行变低成本；判据独立迭代；旧轨迹新判据回归对比；Trace/State 用于故障归因。不能声称 Oracle V1/V2 对照已经实测。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这是建议的 OpenJiuwen 证据包结构，不是当前仓库已经具备的统一标准。特别注意敏感数据脱敏和非确定性外部系统状态的快照策略。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更换模型后不要求轨迹、措辞、工具顺序完全相同；只要求已激活同一契约场景时的平台行为符合相同判据。若模型触发了不同合法分支，需要按分支条件评价，不可强行要求所有结果字面一致。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不能直接把 τ² 的任务成功率当平台 SIT KPI；需要明确平台、Example Agent、模型和基础设施的失败归因。原稿仓库扫描仍需按当前分支复核。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实施优先级：先选一个最小场景做 G1+G3，随后补 G2 的证据与离线重评，最后建立 G4 的模型替换矩阵。红先行：故意注入错误，确认每条关键判据可以报红。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为什么“测试通过”仍可能没有证明平台正确？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研究对象必须先分清：τ²-Bench 评估模型完成任务的能力；OpenJiuwen SIT 首先验证 Core / Runtime / A2A 的平台契约。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5440680" cy="182880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258568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问题一｜判定范围隐含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715768"/>
            <a:ext cx="5212080" cy="119786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某条 Java 断言通过，只证明它检查的条件成立；如果“哪些条件必须检查”没有声明，测试可能遗漏多做、越权或额外状态变化。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148840"/>
            <a:ext cx="5532120" cy="182880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30352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问题二｜结果受模型波动干扰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715768"/>
            <a:ext cx="5303520" cy="119786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模型可能绕路、漏触发或反复调用工具。若将模型的任务完成率直接作为平台正确性，就无法区分平台缺陷与模型行为差异。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87952"/>
            <a:ext cx="11155680" cy="173736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297680"/>
            <a:ext cx="10927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研究路径｜先用真实实验建立证据，再形成 G1～G4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754880"/>
            <a:ext cx="10927080" cy="110642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Telecom 与 mock：同样 DB 不一致却评分不同；mock：Agent 多写字段造成失败；5×4 复跑：单次通过率高但全通过率下降。由此推导判据声明、解耦、完整性检查和稳定性验证。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EVIDENCE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τ²-Bench：任务声明、执行证据与评分门控如何串起来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五环节不是五种不同的判据；后续 Telecom/mock 案例中的四步，是将“复跑审计”从单局执行流程中抽离。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5394960" cy="269748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67128"/>
            <a:ext cx="516636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① 定义任务｜任务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24328"/>
            <a:ext cx="5166360" cy="206654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user_scenario：模拟用户剧本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initial_state：初始环境/DB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evaluation_criteria：判据容器，共五个字段——前四个是判据通道（actions / env_assertions / communicate_info / nl_assertions）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第五个字段 reward_basis：不是通道，它声明前四个通道中哪些参与最终评分；不写时默认 DB+COMMUNICATE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057400"/>
            <a:ext cx="5577840" cy="269748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167128"/>
            <a:ext cx="534924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② 执行 → ③ 留证 → ④ 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624328"/>
            <a:ext cx="5349240" cy="206654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模拟用户与 Agent 对话，Agent 调用真实工具，环境状态变化。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保存对话、工具调用、终止原因、最终状态。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评价器按 reward_basis 选择判据；未进入门控的检查可作为诊断，不直接改变 reward。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19472"/>
            <a:ext cx="11155680" cy="107899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0927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⑤ 复跑与审计｜不属于单局四步的额外环节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486400"/>
            <a:ext cx="10927080" cy="44805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重复 trial 计算 pass^k；区分模型/Agent 失败与基础设施异常；审计模拟用户是否偏离剧本、判据是否能对错误样本报红。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EVIDENCE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Telecom 实验｜成功标准：两条环境断言通过，DB 不等不扣分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原稿任务标识：[mobile_data_issue] airplane_mode_on；同批实测另有三局 ENV 满分、DB 不等仍得 1.0——“环境修复成功”与“DB 完全相同”是两个检查维度。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440680" cy="167335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212848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S1 任务定义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70048"/>
            <a:ext cx="5212080" cy="104241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用户手机无法联网；任务以环境状态断言验证问题是否修复。该局 reward_basis 让 ENV_ASSERTION 参与最终评分。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5440680" cy="167335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212848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S2 Agent 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670048"/>
            <a:ext cx="5212080" cy="104241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① 用户报告手机没网；② Agent 对话排查，定位飞行模式开着、移动数据关着；③ 用户按指引在设备侧执行 toggle_airplane_mode 关飞行模式；④ 执行 toggle_data 开移动数据；⑤ 网络恢复，用户确认后结束（user_stop）。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0208"/>
            <a:ext cx="5440680" cy="167335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059936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S3 证据留档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517136"/>
            <a:ext cx="5212080" cy="104241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留档四类证据：① 完整多轮对话；② 用户侧工具调用与返回（toggle_airplane_mode / toggle_data）；③ 双控域两份终态（agent 侧 DB + 用户侧设备状态）；④ 终止原因。同批次另有三局：环境断言满足、但 DB 与 gold 不完全一致。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0208"/>
            <a:ext cx="5440680" cy="167335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059936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S4 判定结果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517136"/>
            <a:ext cx="5212080" cy="104241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两条断言同读证据③的用户侧设备状态、各查一项：mobile_data_status 查移动数据恢复工作，internet_speed 跑测速验网速达标 → 均通过，reward=1；DB 比对读证据③的 agent 侧 DB → 仅诊断、不入门控（本局 DB 比对待回源核实）。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EVIDENCE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mock 实验｜成功标准：DB 终态与 gold 一致，多写字段即 0 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真实任务 create_task_1：用户仅要求为 user_1 创建标题 Important Meeting 的任务，没有要求 description。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440680" cy="167335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212848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S1 任务定义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70048"/>
            <a:ext cx="5212080" cy="104241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参考动作只传 user_id 与 title；本任务用默认门控 DB+COMMUNICATE。actions 仅用于重放推导 gold 终态，本身不是计分通道。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5440680" cy="167335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212848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S2 Agent 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670048"/>
            <a:ext cx="5212080" cy="104241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① Agent 调 get_users 确认 user_1 存在；② 主动询问"要不要加可选 description"（超出剧本）；③ 模拟用户顺势编造一段剧本外描述；④ Agent 调 create_task(user_id, title, description) 执行成功；⑤ 模拟用户发停止标记，本局结束。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0208"/>
            <a:ext cx="5440680" cy="167335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059936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S3 证据留档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517136"/>
            <a:ext cx="5212080" cy="104241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留档四类证据：① 完整对话（含"推销 description"的两条越界消息）；② 两次工具调用与返回（get_users / create_task）；③ 终态 DB（task_2 含 description 字段）；④ 终止原因 user_stop。全部落盘、可离线复查。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0208"/>
            <a:ext cx="5440680" cy="167335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059936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S4 判定结果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517136"/>
            <a:ext cx="5212080" cy="104241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DB 通道读证据③：与 gold DB（重放参考动作得出，仅 user_id+title）不等 → 0.0；COMMUNICATE 通道读证据①做子串匹配，本任务未配置必答信息 → 1.0；门控乘积 1.0 × 0.0 → reward=0。换 deepseek-v4-pro 未多写 description 的一局 → reward=1。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EVIDENCE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重复运行实验｜单次通过 90%，四次全通过只有 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Telecom：5 个任务 × 4 次有效 trial，gpt-5-mini；基础设施异常通过 resume 补齐，不直接当成 Agent 失败。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2633472" cy="1298448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22576"/>
            <a:ext cx="228600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2860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Pass¹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148840"/>
            <a:ext cx="2633472" cy="1298448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322576"/>
            <a:ext cx="228600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971800"/>
            <a:ext cx="22860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Pass²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48840"/>
            <a:ext cx="2633472" cy="1298448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322576"/>
            <a:ext cx="228600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71800"/>
            <a:ext cx="22860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Pass³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148840"/>
            <a:ext cx="2633472" cy="1298448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322576"/>
            <a:ext cx="228600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971800"/>
            <a:ext cx="22860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Pass⁴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67328"/>
            <a:ext cx="5486400" cy="2084831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877056"/>
            <a:ext cx="525780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失败模式｜不是“完全不会做”，而是“偶尔做不到”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334256"/>
            <a:ext cx="5257800" cy="1453895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原稿中两个不稳定任务：一次运行陷入约 200 步循环；一次遗漏 toggle_roaming。各自 4 次中失败 1 次。说明只测单次通过，容易漏掉时挂时过。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3767328"/>
            <a:ext cx="5513832" cy="2084831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877056"/>
            <a:ext cx="5285232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统计边界｜不能直接外推生产可靠性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34256"/>
            <a:ext cx="5285232" cy="1453895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样本只有 5 个任务、20 次有效 trial。Pass^k 是此样本的一致性指标，不是平台 SLA；基础设施异常要单列 INCONCLUSIVE / RETRY，避免污染失败率。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EVIDENCE →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实验发现汇总｜四个事实，直接指向 G1～G4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不是把“DB 不一致”当作统一失败规则，而是从任务门控、额外状态变化、复算需求和重复波动提炼方法。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02920" y="2029968"/>
            <a:ext cx="11155680" cy="86868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640080" y="2121408"/>
            <a:ext cx="2926080" cy="6583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G1｜判什么由任务决定</a:t>
            </a: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3429000" y="2121408"/>
            <a:ext cx="4937760" cy="6858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Telecom：ENV 生效、DB 仅诊断；mock：DB 进入门控。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8549640" y="2121408"/>
            <a:ext cx="2944368" cy="6858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显式声明判据与生效范围。</a:t>
            </a: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502920" y="3017520"/>
            <a:ext cx="11155680" cy="86868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640080" y="3108960"/>
            <a:ext cx="2926080" cy="6583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G3｜多做也可能失败</a:t>
            </a: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3429000" y="3108960"/>
            <a:ext cx="4937760" cy="6858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mock：完成创建，但额外写入 description 导致终态不符。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8549640" y="3108960"/>
            <a:ext cx="2944368" cy="6858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检查不允许的额外变化和副作用。</a:t>
            </a: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502920" y="4005072"/>
            <a:ext cx="11155680" cy="86868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640080" y="4096512"/>
            <a:ext cx="2926080" cy="6583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G2｜判定规则可与执行分开</a:t>
            </a: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3429000" y="4096512"/>
            <a:ext cx="4937760" cy="6858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相同执行证据可依据不同任务声明得到不同评价；判据本身还可能被修订。</a:t>
            </a: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549640" y="4096512"/>
            <a:ext cx="2944368" cy="6858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保留证据，独立评价，按版本重评。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92624"/>
            <a:ext cx="11155680" cy="86868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640080" y="5084064"/>
            <a:ext cx="2926080" cy="6583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G4｜单次通过掩盖波动</a:t>
            </a:r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3429000" y="5084064"/>
            <a:ext cx="4937760" cy="6858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5×4 实验：Pass¹ 90% → Pass⁴ 60%。</a:t>
            </a: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8549640" y="5084064"/>
            <a:ext cx="2944368" cy="6858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重复验证；平台 SIT 需隔离模型扰动。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HOW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How ①｜G1 判据声明 + G2 执行评价解耦与版本治理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先把“判什么”写成可评审的数据，再让执行只产出事实、评价独立读取事实；版本治理才有落点。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5440680" cy="210312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67128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G1｜判据显式声明与生效门控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24328"/>
            <a:ext cx="5212080" cy="147218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场景 ID / 判据 ID / 判据类型 / expected / gating / oracle_version。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候选判据可同时存在：Task 状态、A2A 报文、DB 终态、额外副作用；只有 gating=true 的规则决定最终 PASS/FAIL。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057400"/>
            <a:ext cx="5513832" cy="210312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167128"/>
            <a:ext cx="5285232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G2｜执行与评价分离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624328"/>
            <a:ext cx="5285232" cy="147218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执行端：固定平台与环境 → Agent/Tool/A2A 运行 → 保存 Trace、State、终止原因。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评价端：读取证据 + 判据声明 + 版本 → 独立计算 PASS/FAIL/INCONCLUSIVE。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70832"/>
            <a:ext cx="11155680" cy="158191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480560"/>
            <a:ext cx="10927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为什么必须版本化？｜同一历史轨迹可以用两把“尺子”重评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937760"/>
            <a:ext cx="10927080" cy="95097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示意（不是原稿实测）：Oracle V1 仅 ENV 生效 → PASS；Oracle V2 新增 DB 门控 → FAIL。通过重评历史证据，量化“判据变更”而非“平台变更”带来的红绿差异。判据修订需记录版本、变更原因与影响范围。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HOW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How ②｜可观测证据链：判据可复算的必要条件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仅保存聊天文本不足以证明平台契约；要让最终结果可追溯到发生了什么、哪些状态被改变。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75688"/>
            <a:ext cx="5440680" cy="150876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85416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42616"/>
            <a:ext cx="5212080" cy="87782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task_id、状态机转换、委派/交接/审批、终止原因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75688"/>
            <a:ext cx="5440680" cy="150876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185416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Agent / A2A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642616"/>
            <a:ext cx="5212080" cy="87782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agent_card、发送方/接收方、消息类型、关联 ID、协议结果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39896"/>
            <a:ext cx="5440680" cy="150876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849624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Tool /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06824"/>
            <a:ext cx="5212080" cy="87782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工具参数与返回、环境快照、DB 差异、外部副作用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39896"/>
            <a:ext cx="5440680" cy="150876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849624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Runtime / Oracle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306824"/>
            <a:ext cx="5212080" cy="87782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超时、重试、恢复、infra 分类；判据 ID/版本、expected/actual、gating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59552"/>
            <a:ext cx="11155680" cy="658368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669280"/>
            <a:ext cx="10927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最小证据包｜一次执行可以独立复评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126480"/>
            <a:ext cx="10927080" cy="274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scenario_id + platform_version + model_id + trace.json + state_before/after + oracle_spec_version + evaluation_result；保存因果关联 ID，支持离线重放判据、失败归因和版本差异审计。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HOW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How ③｜G3 完整性检查 + G4 稳定性与模型扰动隔离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“多做”检查解决漏检的正确性边界；确定性判定与条件化跨模型验证解决平台与模型的归因边界。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5440680" cy="224028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67128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G3｜既检查该做，也检查不该做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24328"/>
            <a:ext cx="5212080" cy="160934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验证必要状态变化、允许的副作用范围与禁止的额外变化。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正例：创建指定任务；反例：额外写 description、错误修改其他对象、越权调用。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不是简单要求工具调用次数相同：只读查询或不同合法执行路径可以不同。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057400"/>
            <a:ext cx="5513832" cy="224028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167128"/>
            <a:ext cx="5285232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G4｜确定性先行，LLM Judge 只做诊断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624328"/>
            <a:ext cx="5285232" cy="160934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A2A 协议、Task 状态机、DB/Tool 副作用由机械规则裁判；LLM Judge 可以辅助解释失败、发现判据缺口，但不代替硬性契约 PASS/FAIL。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重复运行统计稳定性；infra 异常单列，不误计模型或平台失败。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98848"/>
            <a:ext cx="11155680" cy="144475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608576"/>
            <a:ext cx="10927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OpenJiuwen 特有原则｜固定平台，换模型验证“契约不变”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065776"/>
            <a:ext cx="10927080" cy="81381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τ²-Bench：固定任务/环境，模型是被测变量；OpenJiuwen SIT：平台契约是被测对象。对目标场景已经成功激活的模型 A/B/C，平台契约应给出一致判定；未触发目标场景记为 INCONCLUSIVE，不把模型未执行误判为平台 FAIL。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VALUE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Value｜OpenJiuwen 测试仓差距：从扫描现状到四项能力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下列数量来自原始 v0.10 在 2026-10-12 的扫描记录，本次未独立复核；统计量不是覆盖质量的直接证明。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440680" cy="306324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212848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现状证据｜已有基础，但关键闭环不足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70048"/>
            <a:ext cx="5212080" cy="243230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158 / 244 测试类引用规范/条款（约 65%）；约 2,722 条硬断言；环境门控相关约 65 个文件；“判据能红”样例约 10 个；终态等价仅有早期探索。</a:t>
            </a:r>
          </a:p>
          <a:p>
            <a:pPr>
              <a:spcAft>
                <a:spcPts val="800"/>
              </a:spcAft>
              <a:defRPr sz="13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103120"/>
            <a:ext cx="5513832" cy="1463040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212848"/>
            <a:ext cx="5285232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G1 / G2｜让判据成为可治理资产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670048"/>
            <a:ext cx="5285232" cy="83210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G1：断言散落在代码里，判据范围和门控难以审查 → 建立判据声明与版本字段。</a:t>
            </a:r>
          </a:p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G2：改判据往往依赖重跑整条链路 → 执行证据归档、独立 evaluator、历史轨迹离线重评。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767328"/>
            <a:ext cx="5513832" cy="139903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877056"/>
            <a:ext cx="5285232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G3 / G4｜补齐漏检与归因边界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334256"/>
            <a:ext cx="5285232" cy="76809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G3：偏正向断言，可能忽略额外写入和违规副作用 → 增加终态差异与负向断言。</a:t>
            </a:r>
          </a:p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G4：单次绿灯不足以验证一致性，模型噪声易混入平台结论 → 复跑、infra 分类、模型替换与激活门控。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05272"/>
            <a:ext cx="10972800" cy="5029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治理前提：每条判据先验证“能红”；mock/fixture 也要自审计，防止测试绿灯但根本没触发目标能力。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19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VALUE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338560" cy="6400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Value｜四个最小验收实验：不增加页数，但把验收标准讲透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115568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每项实验交付固定输入、代码、执行证据、判据版本和红绿对照；先证明机制可运行，再推广到全仓。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D5B6B"/>
                </a:solidFill>
                <a:latin typeface="微软雅黑" panose="020B0503020204020204" charset="-122"/>
              </a:defRPr>
            </a:pPr>
            <a:r>
              <a:t>D2 · 判据与可观测性  |  基于原始实验稿 v0.10；工程方案为候选设计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286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75688"/>
            <a:ext cx="5440680" cy="162763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85416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E1 / G1｜门控切换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42616"/>
            <a:ext cx="5212080" cy="99669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同一份 trace/state，DB 仅诊断时 PASS；切换为 gating 后，DB 不符变 FAIL。验收：声明变更可审查、评分可复现。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75688"/>
            <a:ext cx="5440680" cy="162763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185416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E2 / G2｜离线重评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642616"/>
            <a:ext cx="5212080" cy="99669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保存一次真实执行证据，Oracle V1/V2 各评分一次，不重跑 Agent。验收：两版结果及差异可审计、可追溯。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58768"/>
            <a:ext cx="5440680" cy="162763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968496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E3 / G3｜多做能红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25696"/>
            <a:ext cx="5212080" cy="99669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基线只写 user_id/title；注入额外 description 或非授权写入。验收：合法分支通过，违规额外状态变化失败。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58768"/>
            <a:ext cx="5440680" cy="1627632"/>
          </a:xfrm>
          <a:prstGeom prst="round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968496"/>
            <a:ext cx="5212080" cy="38404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E4 / G4｜扰动隔离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425696"/>
            <a:ext cx="5212080" cy="99669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540"/>
                </a:solidFill>
                <a:latin typeface="微软雅黑" panose="020B0503020204020204" charset="-122"/>
              </a:defRPr>
            </a:pPr>
            <a:r>
              <a:t>同平台、同契约，模型 A/B 激活场景后结果一致；另构造未激活与 infra 故障。验收：PASS/FAIL/INCONCLUSIVE 分类准确。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79592"/>
            <a:ext cx="10972800" cy="420624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95D9E"/>
                </a:solidFill>
                <a:latin typeface="微软雅黑" panose="020B0503020204020204" charset="-122"/>
              </a:defRPr>
            </a:pPr>
            <a:r>
              <a:t>收束：判据声明（G1）→ 可复评证据（G2）→ 完整性判定（G3）→ 稳定、可归因的契约验证（G4）。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2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3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4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5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6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7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8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9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10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11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12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13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14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ags/tag15.xml><?xml version="1.0" encoding="utf-8"?>
<p:tagLst xmlns:p="http://schemas.openxmlformats.org/presentationml/2006/main">
  <p:tag name="KSO_WM_DIAGRAM_VIRTUALLY_FRAME" val="{&quot;height&quot;:294.47999999999996,&quot;left&quot;:39.6,&quot;top&quot;:159.84,&quot;width&quot;:87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5085</Words>
  <Application>WPS 演示</Application>
  <PresentationFormat>On-screen Show (4:3)</PresentationFormat>
  <Paragraphs>303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yw</cp:lastModifiedBy>
  <cp:revision>2</cp:revision>
  <dcterms:created xsi:type="dcterms:W3CDTF">2013-01-27T09:14:00Z</dcterms:created>
  <dcterms:modified xsi:type="dcterms:W3CDTF">2026-10-19T02:45:40Z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41818F64BC774A8B818EA3C357374E73_13</vt:lpwstr>
  </property>
  <property fmtid="{D5CDD505-2E9C-101B-9397-08002B2CF9AE}" pid="3" name="KSOProductBuildVer">
    <vt:lpwstr>2052-12.1.0.28505</vt:lpwstr>
  </property>
</Properties>
</file>